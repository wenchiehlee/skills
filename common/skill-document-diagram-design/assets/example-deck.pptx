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diagram generated by skill-document-diagram-design, redrawn from cathrynlavery/diagram-design's org-chart example in the shared style-guide (single accent color reserved for the front-door node, hairline borders, no shadows).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Migrated from mkdocs-investment/docs/InvestmentStackVision.planuml (PlantUML mindmap, previously rendered via plantuml.com proxy). Parsed with scripts/import_plantuml_mindmap.py, redrawn as native SVG: the MediumPurple emphasis subtree (AI -&gt; Data Forecasting -&gt; Stock Forecasting) keeps the single accent color, other branches use neutral 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Command Center Org Chart</a:t>
            </a:r>
          </a:p>
        </p:txBody>
      </p:sp>
      <p:pic>
        <p:nvPicPr>
          <p:cNvPr id="3" name="Picture 2" descr="org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85" y="1097280"/>
            <a:ext cx="956372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Investment Stack Vision</a:t>
            </a:r>
          </a:p>
        </p:txBody>
      </p:sp>
      <p:pic>
        <p:nvPicPr>
          <p:cNvPr id="3" name="Picture 2" descr="investment-stack-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9210"/>
            <a:ext cx="11277295" cy="5099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